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64" r:id="rId6"/>
    <p:sldId id="265" r:id="rId7"/>
    <p:sldId id="266" r:id="rId8"/>
    <p:sldId id="259" r:id="rId9"/>
    <p:sldId id="262" r:id="rId10"/>
    <p:sldId id="263" r:id="rId11"/>
    <p:sldId id="26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22"/>
    <a:srgbClr val="000050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3D2F-B92E-509C-7313-11369E0EC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6D3651-2FE8-95BB-82AC-F144FDD0B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4EA486-1736-D4EA-A92B-194053DD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F25E80-EEA2-5819-F6E4-B89C70FB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D1FDEA-31C2-17F2-EF03-4A45C8B3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66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A6D5F-E4E4-D7EF-7456-57B985F1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9805FB-1148-A140-B0AC-96EB77658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DE163C-58A8-56C3-2A31-28F1767C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FA3085-EECF-F274-6205-66D0F6491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14E80E-F9D5-CA5C-95A9-79EB7A86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90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D2559-0124-8BF1-DFF2-E99C52E5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62BB19-968B-A308-999A-223275709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BC9F53-893A-2B12-9783-43C0DD4F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C928C3-ECA1-7BF7-CC54-F796D761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B04005-5F10-8921-355D-EE35E3D1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43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18267-3045-C6BC-0812-978B211A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AB5A8-0261-9BC5-3D7D-ABCA32892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4C1061-B951-5907-5125-857EAC750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72EA69-4D59-FAA6-98F1-8A95C335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FA494E-C0D2-0820-6C5F-083E2E19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F4FB1B-353B-2A1E-17D8-A743F13D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39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09020-E686-9790-BC86-F6876B0B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041916-28B2-2288-1A5E-4C85FDA4E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6BC837-F019-EEA9-A2E2-6C56A1B5D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E3E877-E956-C8A8-0B8B-1EFE1AE3C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DAD286-8564-FE39-0507-A554E746D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624F55-DB55-EDD2-B97A-F9DFA7DA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B923EEB-5DAA-3008-2FB2-CD435118A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79CFF2-610E-DE92-DEFD-3DC396A5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40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25501-9643-F39F-50B7-3C485BA0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03100B-B622-D881-7A88-3B2F09A8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03591F-C71A-CF14-6783-F1F541AD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0CDDCC-C30B-7917-25D2-A3767317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7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4A4F80-6E33-5342-EE6F-3F8DA2AA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810F02-5D13-DA76-6314-322B21F3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5C8404-AA4F-4051-6B32-632CD8CE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9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36585-C98D-5D7B-A692-64A43F96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E330DA-01B9-06A6-C917-3550823AE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27704D-A116-2A26-4814-3846055FB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FF25BE-979D-F80F-5CB7-571E45A3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A50EDF-B5F7-74AC-677E-879AB90F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3925B6-D731-867D-F01C-230D0D4F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90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BB910-DC27-1F56-3ED8-BBF70E13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0766FA-8590-5F78-5C86-12F17BBD2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AE3069-5A17-6654-43DA-30FDAAE96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04B94E-6F0A-B78D-71E0-BBD66FCA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5E00CD-9211-20D4-7E9E-93056121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631A51-9C86-F2B9-E9FD-EBBF3C30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46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28CB9-0606-9C51-307C-BB90AC21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791D58-4C2B-9890-2B2B-B222F8E0D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72DC61-4A0A-63D5-F9CF-8CC75CAC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5DAF38-E0AF-F8F0-2140-7790ADF7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6FD335-4FC8-4027-CEA7-CA6F5FF5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05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0AF772-5CC9-92F7-A06B-3B689E1B3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CCC731-3600-3AB7-34D5-EDAA1E0DE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C7A6E5-E27E-6256-E4B2-6BAE05A0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E2279-F83E-332E-49B5-DB6A65C8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531B70-402C-34C5-F2E3-79757D2E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05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17AA7C-DAB2-91FC-6830-54CBC0AB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FACE4B-47DB-E1E2-F16A-F70C98D46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AA1C7-E22F-7D45-A4AD-046AE9191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7ED50-DD45-476B-9488-E0BD2A66E78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5A1104-FF5A-4AF6-EB5F-A5A585EDF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EF87F1-E012-9D1D-6143-21404D29A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7E787-AB39-4CC0-B377-623265EC1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81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E4B8008-D4AC-D928-0204-130132835E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521C95DD-A382-5329-27B4-BDE964CD97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4B3D9F45-73B5-41DC-BF11-41E3BA723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91282"/>
            <a:ext cx="9144000" cy="1655762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Projeto Individual</a:t>
            </a:r>
          </a:p>
          <a:p>
            <a:r>
              <a:rPr lang="pt-BR" b="1" dirty="0">
                <a:solidFill>
                  <a:schemeClr val="bg1"/>
                </a:solidFill>
              </a:rPr>
              <a:t>Vinícius </a:t>
            </a:r>
            <a:r>
              <a:rPr lang="pt-BR" b="1" dirty="0" err="1">
                <a:solidFill>
                  <a:schemeClr val="bg1"/>
                </a:solidFill>
              </a:rPr>
              <a:t>Yudi</a:t>
            </a:r>
            <a:r>
              <a:rPr lang="pt-BR" b="1" dirty="0">
                <a:solidFill>
                  <a:schemeClr val="bg1"/>
                </a:solidFill>
              </a:rPr>
              <a:t> Okamoto</a:t>
            </a:r>
          </a:p>
          <a:p>
            <a:r>
              <a:rPr lang="pt-BR" b="1" dirty="0">
                <a:solidFill>
                  <a:schemeClr val="bg1"/>
                </a:solidFill>
              </a:rPr>
              <a:t>Turma ADSB</a:t>
            </a:r>
          </a:p>
        </p:txBody>
      </p:sp>
      <p:pic>
        <p:nvPicPr>
          <p:cNvPr id="6" name="Imagem 5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E2A75BF-D905-D9ED-405F-6366E9E0B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328" y="2218542"/>
            <a:ext cx="7587343" cy="11617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4827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1D7B-02FA-3809-2D9C-69DC340C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4FC699A-5940-E30C-57B3-211E40C5CF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506F4135-6414-92FD-3541-313E01F416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3847D7F-242F-448F-326C-E452AFEF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TEMA: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94F423-0259-B4B3-8781-30529D0FC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Teclado de computador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44E02AF-ED38-2E6A-29AC-41634DD37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90" y="3061922"/>
            <a:ext cx="4794596" cy="7341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7354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4E85FB3-F452-AF0C-A796-90F0ACF943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590A3FC0-40B4-3273-3ECC-2B7320C9BE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914" y="-600075"/>
            <a:ext cx="13258800" cy="74580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DC98F9-B039-D731-FB61-C77C05C4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LINHA DA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F7BFCC-8CFA-A457-2BFC-C881F58F6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Interesse ou prazer por este tema</a:t>
            </a:r>
          </a:p>
          <a:p>
            <a:r>
              <a:rPr lang="pt-BR" dirty="0">
                <a:solidFill>
                  <a:schemeClr val="bg1"/>
                </a:solidFill>
              </a:rPr>
              <a:t>Início jogando, pandemia</a:t>
            </a:r>
          </a:p>
          <a:p>
            <a:r>
              <a:rPr lang="pt-BR" dirty="0">
                <a:solidFill>
                  <a:schemeClr val="bg1"/>
                </a:solidFill>
              </a:rPr>
              <a:t>Prazer ao digitar</a:t>
            </a:r>
          </a:p>
          <a:p>
            <a:r>
              <a:rPr lang="pt-BR" dirty="0">
                <a:solidFill>
                  <a:schemeClr val="bg1"/>
                </a:solidFill>
              </a:rPr>
              <a:t>Prazer em fazer as manutenções e montagens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Dia a Dia estudando, navegando na internet e jogando</a:t>
            </a:r>
          </a:p>
          <a:p>
            <a:r>
              <a:rPr lang="pt-BR" dirty="0">
                <a:solidFill>
                  <a:schemeClr val="bg1"/>
                </a:solidFill>
              </a:rPr>
              <a:t>Escolha: Um </a:t>
            </a:r>
            <a:r>
              <a:rPr lang="pt-BR" dirty="0" err="1">
                <a:solidFill>
                  <a:schemeClr val="bg1"/>
                </a:solidFill>
              </a:rPr>
              <a:t>hobbie</a:t>
            </a:r>
            <a:r>
              <a:rPr lang="pt-BR" dirty="0">
                <a:solidFill>
                  <a:schemeClr val="bg1"/>
                </a:solidFill>
              </a:rPr>
              <a:t> que eu tenho 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1D30B017-19EB-AB53-1A40-25213D485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1961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469F-12DF-DDFA-FB12-2B68BAFE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21033C8-5647-8647-2829-303BE61D21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2AD429DA-6B7A-A46F-079E-9E09A70433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9FF889-AB82-4083-3BA0-BDEF2C22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2275E2-79DB-33E9-CF99-B0CB82412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Individual</a:t>
            </a:r>
          </a:p>
          <a:p>
            <a:r>
              <a:rPr lang="pt-BR" dirty="0">
                <a:solidFill>
                  <a:schemeClr val="bg1"/>
                </a:solidFill>
              </a:rPr>
              <a:t>Missão:</a:t>
            </a:r>
          </a:p>
          <a:p>
            <a:r>
              <a:rPr lang="pt-BR" dirty="0">
                <a:solidFill>
                  <a:schemeClr val="bg1"/>
                </a:solidFill>
              </a:rPr>
              <a:t>Visão:</a:t>
            </a:r>
          </a:p>
          <a:p>
            <a:r>
              <a:rPr lang="pt-BR" dirty="0">
                <a:solidFill>
                  <a:schemeClr val="bg1"/>
                </a:solidFill>
              </a:rPr>
              <a:t>Valor: 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Paixão pelo detalhe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Qualidade e confiança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Criatividade e personalização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Bem-estar e ergonomia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A4C85E57-C57C-82EA-457F-95E8C9F6C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67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B2BC3-4FDE-AD80-D917-E70A3BEB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E0382FE-76B2-1D2A-E5D9-CFA1E5F877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37707FED-A55E-040E-8B8F-FFDE4E62E2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4DEED8-48CD-D643-30CD-83A3CB16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SITE: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C6ACD95B-2DCD-0ADC-BD8D-40264A39D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  <p:pic>
        <p:nvPicPr>
          <p:cNvPr id="14" name="Imagem 13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F91C61B5-0BB7-ED1E-E316-3F2AD3D6FE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939" y="1325211"/>
            <a:ext cx="2908094" cy="5027233"/>
          </a:xfrm>
          <a:prstGeom prst="rect">
            <a:avLst/>
          </a:prstGeom>
        </p:spPr>
      </p:pic>
      <p:pic>
        <p:nvPicPr>
          <p:cNvPr id="16" name="Imagem 15" descr="Tela de um aparelho eletrônico&#10;&#10;O conteúdo gerado por IA pode estar incorreto.">
            <a:extLst>
              <a:ext uri="{FF2B5EF4-FFF2-40B4-BE49-F238E27FC236}">
                <a16:creationId xmlns:a16="http://schemas.microsoft.com/office/drawing/2014/main" id="{ED921CEF-F966-1641-94D6-3A1455A27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02" y="2446139"/>
            <a:ext cx="2914356" cy="1392688"/>
          </a:xfrm>
          <a:prstGeom prst="rect">
            <a:avLst/>
          </a:prstGeom>
        </p:spPr>
      </p:pic>
      <p:pic>
        <p:nvPicPr>
          <p:cNvPr id="18" name="Imagem 17" descr="Tela de computador com texto preto sobre teclado de computador&#10;&#10;O conteúdo gerado por IA pode estar incorreto.">
            <a:extLst>
              <a:ext uri="{FF2B5EF4-FFF2-40B4-BE49-F238E27FC236}">
                <a16:creationId xmlns:a16="http://schemas.microsoft.com/office/drawing/2014/main" id="{43FEC2BC-0A4D-D9F9-07B1-7B033BF59F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022" y="4961085"/>
            <a:ext cx="2908094" cy="1391359"/>
          </a:xfrm>
          <a:prstGeom prst="rect">
            <a:avLst/>
          </a:prstGeom>
        </p:spPr>
      </p:pic>
      <p:pic>
        <p:nvPicPr>
          <p:cNvPr id="20" name="Imagem 19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D6E4BDD-8A61-36C6-A17A-172E684510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760" y="2447467"/>
            <a:ext cx="2914356" cy="1391360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3080482A-9D9E-D082-DF55-7738839A4F46}"/>
              </a:ext>
            </a:extLst>
          </p:cNvPr>
          <p:cNvSpPr txBox="1">
            <a:spLocks/>
          </p:cNvSpPr>
          <p:nvPr/>
        </p:nvSpPr>
        <p:spPr>
          <a:xfrm>
            <a:off x="913203" y="1817914"/>
            <a:ext cx="2914356" cy="628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Dashboard: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BC58A41-5C63-75A7-B36A-3924BC35BD2F}"/>
              </a:ext>
            </a:extLst>
          </p:cNvPr>
          <p:cNvSpPr txBox="1">
            <a:spLocks/>
          </p:cNvSpPr>
          <p:nvPr/>
        </p:nvSpPr>
        <p:spPr>
          <a:xfrm>
            <a:off x="4740759" y="1817913"/>
            <a:ext cx="2914356" cy="628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Cadastro: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0FA4144-D65C-1436-AA7F-66D0E4E50075}"/>
              </a:ext>
            </a:extLst>
          </p:cNvPr>
          <p:cNvSpPr txBox="1">
            <a:spLocks/>
          </p:cNvSpPr>
          <p:nvPr/>
        </p:nvSpPr>
        <p:spPr>
          <a:xfrm>
            <a:off x="4740759" y="4337956"/>
            <a:ext cx="2914356" cy="628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Log-in: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9FB45793-CD41-FEAB-C86D-2C1EE2EAD58D}"/>
              </a:ext>
            </a:extLst>
          </p:cNvPr>
          <p:cNvSpPr txBox="1">
            <a:spLocks/>
          </p:cNvSpPr>
          <p:nvPr/>
        </p:nvSpPr>
        <p:spPr>
          <a:xfrm>
            <a:off x="8125675" y="730236"/>
            <a:ext cx="2914356" cy="628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Homepage: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451DC8F7-859B-B831-BD19-F6DCBFD2BCFD}"/>
              </a:ext>
            </a:extLst>
          </p:cNvPr>
          <p:cNvSpPr txBox="1">
            <a:spLocks/>
          </p:cNvSpPr>
          <p:nvPr/>
        </p:nvSpPr>
        <p:spPr>
          <a:xfrm>
            <a:off x="913202" y="4337956"/>
            <a:ext cx="2914356" cy="628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Formulário:</a:t>
            </a:r>
          </a:p>
        </p:txBody>
      </p:sp>
    </p:spTree>
    <p:extLst>
      <p:ext uri="{BB962C8B-B14F-4D97-AF65-F5344CB8AC3E}">
        <p14:creationId xmlns:p14="http://schemas.microsoft.com/office/powerpoint/2010/main" val="2549251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F84C-3C0B-2EB2-AFEE-16F9E226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1A4E2F0-59F4-4E71-382B-7A86F579E5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810BDB55-87F4-FE7A-9F6F-ED4C96BC2F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CAF585-2433-D34A-EE68-E666051D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Ferramentas de gestão: (</a:t>
            </a:r>
            <a:r>
              <a:rPr lang="pt-BR" b="1" dirty="0" err="1">
                <a:solidFill>
                  <a:schemeClr val="bg1"/>
                </a:solidFill>
              </a:rPr>
              <a:t>Trello</a:t>
            </a:r>
            <a:r>
              <a:rPr lang="pt-BR" b="1" dirty="0">
                <a:solidFill>
                  <a:schemeClr val="bg1"/>
                </a:solidFill>
              </a:rPr>
              <a:t> e Github)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91A5FFDD-3980-D48B-3FFA-A56DA2258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547" y="3497507"/>
            <a:ext cx="5257800" cy="2370840"/>
          </a:xfrm>
          <a:prstGeom prst="rect">
            <a:avLst/>
          </a:prstGeom>
        </p:spPr>
      </p:pic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D8C05AA9-C9B2-1CD0-984B-4157A155B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619C5D4-3DA5-A7EA-F857-83BCBFCDE548}"/>
              </a:ext>
            </a:extLst>
          </p:cNvPr>
          <p:cNvSpPr txBox="1">
            <a:spLocks/>
          </p:cNvSpPr>
          <p:nvPr/>
        </p:nvSpPr>
        <p:spPr>
          <a:xfrm>
            <a:off x="495547" y="1113784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Desenvolvendo: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D18D572-AEB7-16C8-63A5-9FD324DBB99D}"/>
              </a:ext>
            </a:extLst>
          </p:cNvPr>
          <p:cNvSpPr txBox="1">
            <a:spLocks/>
          </p:cNvSpPr>
          <p:nvPr/>
        </p:nvSpPr>
        <p:spPr>
          <a:xfrm>
            <a:off x="6096000" y="1113784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Finalizado:</a:t>
            </a:r>
          </a:p>
        </p:txBody>
      </p:sp>
      <p:pic>
        <p:nvPicPr>
          <p:cNvPr id="10" name="Espaço Reservado para Conteúdo 6">
            <a:extLst>
              <a:ext uri="{FF2B5EF4-FFF2-40B4-BE49-F238E27FC236}">
                <a16:creationId xmlns:a16="http://schemas.microsoft.com/office/drawing/2014/main" id="{79CDCD7B-68E8-0B34-A9DD-AE2CF127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497507"/>
            <a:ext cx="5257800" cy="237084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DB31C58-57DD-5AEA-E187-68B28655B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46" y="2592175"/>
            <a:ext cx="5257801" cy="251399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8214D41-A5CE-9532-10E1-378AAE135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592174"/>
            <a:ext cx="5257801" cy="251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73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D525-3C91-A24F-1BEA-0E607910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BD1EAFD-D8C1-4DA7-2570-A8CEF86FD7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B4D27802-F1F4-EC72-2673-BBC1C6B2F1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952FD2E-C0E7-2E76-25F5-58948A26E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354347"/>
            <a:ext cx="5257801" cy="251399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626C397-B692-655E-23B3-F4A720C45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46" y="3354348"/>
            <a:ext cx="5257801" cy="2513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E4C8AE-BA10-1768-387F-1C877259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Ferramentas de gestão: (</a:t>
            </a:r>
            <a:r>
              <a:rPr lang="pt-BR" b="1" dirty="0" err="1">
                <a:solidFill>
                  <a:schemeClr val="bg1"/>
                </a:solidFill>
              </a:rPr>
              <a:t>Trello</a:t>
            </a:r>
            <a:r>
              <a:rPr lang="pt-BR" b="1" dirty="0">
                <a:solidFill>
                  <a:schemeClr val="bg1"/>
                </a:solidFill>
              </a:rPr>
              <a:t> e Github)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ECE2C34-8084-7FA0-502A-6232669A6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95547" y="2592174"/>
            <a:ext cx="5257800" cy="2370840"/>
          </a:xfrm>
          <a:prstGeom prst="rect">
            <a:avLst/>
          </a:prstGeom>
        </p:spPr>
      </p:pic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B66B825E-D994-6D30-C153-0E2AABE1E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8AB978C-36A3-BBF2-F2D4-EAD18D1FCC7B}"/>
              </a:ext>
            </a:extLst>
          </p:cNvPr>
          <p:cNvSpPr txBox="1">
            <a:spLocks/>
          </p:cNvSpPr>
          <p:nvPr/>
        </p:nvSpPr>
        <p:spPr>
          <a:xfrm>
            <a:off x="495547" y="1113784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Desenvolvendo: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60991A8-02E6-ACBB-B29D-CE236482182A}"/>
              </a:ext>
            </a:extLst>
          </p:cNvPr>
          <p:cNvSpPr txBox="1">
            <a:spLocks/>
          </p:cNvSpPr>
          <p:nvPr/>
        </p:nvSpPr>
        <p:spPr>
          <a:xfrm>
            <a:off x="6096000" y="1113784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Finalizado:</a:t>
            </a:r>
          </a:p>
        </p:txBody>
      </p:sp>
      <p:pic>
        <p:nvPicPr>
          <p:cNvPr id="10" name="Espaço Reservado para Conteúdo 6">
            <a:extLst>
              <a:ext uri="{FF2B5EF4-FFF2-40B4-BE49-F238E27FC236}">
                <a16:creationId xmlns:a16="http://schemas.microsoft.com/office/drawing/2014/main" id="{1BC2D2CE-9DBB-AE2C-7AB0-0FE49185D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2605688"/>
            <a:ext cx="5257800" cy="23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346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1F37-27F4-DBBB-00B9-AC47D47A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1661AE6-54DC-5CDB-949F-5A75EE845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1233044A-2368-D026-CE29-E8F05944E4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743" y="-468086"/>
            <a:ext cx="13217676" cy="7434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08D3B9-C379-6083-9E86-47C11FDB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MAIOR DIFICULDADE: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465B55-749A-CE6E-8D62-2DEBB3A2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Criar o projeto e conectar todo o caminho para ter as informações necessárias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084E2A6F-3465-31B0-82DF-135950B40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9859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EB93-257D-7C9E-9C6B-E182973C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E3AE23B-22BD-849D-0536-0851F73B83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B02C2E47-69C7-1C82-17E9-C6BBBF382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53E756F-FC45-7DAF-4AC4-6F3B8171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MAIOR SUPERAÇÃO: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351B94-9A63-46D2-B555-A1CD5A39E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Conseguir finalizar o projeto com o tempo bem restrito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1B3F9921-1043-5C4E-C37F-760D5C663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2870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3A87-E9D5-3F89-68AC-4DC9C4C7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E37FC75-5F37-EB51-EF34-93F201A4E3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05872623-7FAB-56B9-AC6A-482CD34F33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171" y="-195943"/>
            <a:ext cx="12888686" cy="7249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77CF3C-08E3-D913-3D0D-0E29983B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AGRADECIMENTOS ESPECIAIS: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03CF0A-BFD2-647C-9C11-36DD81C01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Sueli </a:t>
            </a:r>
            <a:r>
              <a:rPr lang="pt-BR" dirty="0" err="1">
                <a:solidFill>
                  <a:schemeClr val="bg1"/>
                </a:solidFill>
              </a:rPr>
              <a:t>Harumi</a:t>
            </a:r>
            <a:r>
              <a:rPr lang="pt-BR" dirty="0">
                <a:solidFill>
                  <a:schemeClr val="bg1"/>
                </a:solidFill>
              </a:rPr>
              <a:t> (mãe)</a:t>
            </a:r>
          </a:p>
          <a:p>
            <a:r>
              <a:rPr lang="pt-BR" dirty="0">
                <a:solidFill>
                  <a:schemeClr val="bg1"/>
                </a:solidFill>
              </a:rPr>
              <a:t>Wilson Yoshio (pai)</a:t>
            </a:r>
          </a:p>
          <a:p>
            <a:r>
              <a:rPr lang="pt-BR" dirty="0">
                <a:solidFill>
                  <a:schemeClr val="bg1"/>
                </a:solidFill>
              </a:rPr>
              <a:t>Larissa Lie (irmã)</a:t>
            </a:r>
          </a:p>
          <a:p>
            <a:r>
              <a:rPr lang="pt-BR" dirty="0">
                <a:solidFill>
                  <a:schemeClr val="bg1"/>
                </a:solidFill>
              </a:rPr>
              <a:t>Fernanda </a:t>
            </a:r>
            <a:r>
              <a:rPr lang="pt-BR" dirty="0" err="1">
                <a:solidFill>
                  <a:schemeClr val="bg1"/>
                </a:solidFill>
              </a:rPr>
              <a:t>Yukari</a:t>
            </a:r>
            <a:r>
              <a:rPr lang="pt-BR" dirty="0">
                <a:solidFill>
                  <a:schemeClr val="bg1"/>
                </a:solidFill>
              </a:rPr>
              <a:t> (namorada)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E861ACB0-E442-34DC-78F9-B907EA7DA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1755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4332-1D55-D9DF-0B2F-C5955FC8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ED2680E-F20A-CE6F-4D48-160131D0BB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080"/>
              </a:gs>
              <a:gs pos="50000">
                <a:srgbClr val="000050"/>
              </a:gs>
              <a:gs pos="100000">
                <a:srgbClr val="00002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Peixe no fundo preto&#10;&#10;O conteúdo gerado por IA pode estar incorreto.">
            <a:extLst>
              <a:ext uri="{FF2B5EF4-FFF2-40B4-BE49-F238E27FC236}">
                <a16:creationId xmlns:a16="http://schemas.microsoft.com/office/drawing/2014/main" id="{1A125BF9-55F5-9861-57D2-34525D2B1B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568E823-7D5F-1AF2-2B60-8C02975D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1" y="1565048"/>
            <a:ext cx="8490858" cy="3727904"/>
          </a:xfrm>
        </p:spPr>
        <p:txBody>
          <a:bodyPr>
            <a:norm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</a:rPr>
              <a:t>Muito obrigado pela atenção de todos!</a:t>
            </a:r>
          </a:p>
        </p:txBody>
      </p:sp>
      <p:pic>
        <p:nvPicPr>
          <p:cNvPr id="5" name="Imagem 4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F71E9C7-3534-1DB9-D2AB-3240693E3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57" y="6352444"/>
            <a:ext cx="1834242" cy="2808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2800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168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TEMA:</vt:lpstr>
      <vt:lpstr>LINHA DA VIDA</vt:lpstr>
      <vt:lpstr>VALORES</vt:lpstr>
      <vt:lpstr>SITE:</vt:lpstr>
      <vt:lpstr>Ferramentas de gestão: (Trello e Github)</vt:lpstr>
      <vt:lpstr>Ferramentas de gestão: (Trello e Github)</vt:lpstr>
      <vt:lpstr>MAIOR DIFICULDADE:</vt:lpstr>
      <vt:lpstr>MAIOR SUPERAÇÃO:</vt:lpstr>
      <vt:lpstr>AGRADECIMENTOS ESPECIAIS:</vt:lpstr>
      <vt:lpstr>Muito obrigado pela atenção de todos!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YUDI OKAMOTO .</dc:creator>
  <cp:lastModifiedBy>VINÍCIUS YUDI OKAMOTO .</cp:lastModifiedBy>
  <cp:revision>2</cp:revision>
  <dcterms:created xsi:type="dcterms:W3CDTF">2025-11-22T19:38:52Z</dcterms:created>
  <dcterms:modified xsi:type="dcterms:W3CDTF">2025-11-23T05:57:41Z</dcterms:modified>
</cp:coreProperties>
</file>